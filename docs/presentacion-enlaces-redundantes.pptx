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docs/comnetar-integration.md; docs/three-node-soak.md</a:t>
            </a:r>
          </a:p>
          <a:p>
            <a:r>
              <a:t>Comparación: 8df7996 → 81aa146.</a:t>
            </a:r>
          </a:p>
          <a:p>
            <a:r>
              <a:t>Comparación: CoNexDat/i4a_project 8df7996 → feat/redundant-link-discovery 81aa146.</a:t>
            </a:r>
          </a:p>
          <a:p>
            <a:r>
              <a:t>Objetivo: descubrir un vecino alternativo y recuperar conectividad sin cambiar las IP del nodo ni de sus clientes.</a:t>
            </a:r>
          </a:p>
          <a:p>
            <a:r>
              <a:t>Alcance: implementación integrada hasta el 12/10/2026. La instrumentación soak del 15/10 se distingue del cambio funcional.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docs/redundant-link-discovery.md; docs/gateway-route-recovery.md</a:t>
            </a:r>
          </a:p>
          <a:p>
            <a:r>
              <a:t>Comparación: 8df7996 → 81aa146.</a:t>
            </a:r>
          </a:p>
          <a:p>
            <a:r>
              <a:t>Un nodo contiene cinco ESP: central y cuatro radios periféricas, coordinados mediante el anillo SPI.</a:t>
            </a:r>
          </a:p>
          <a:p>
            <a:r>
              <a:t>Topología buscada: Root–A, Root–B y un lateral A–B. Si cae Root–A, el recorrido esperado es A → B → Root.</a:t>
            </a:r>
          </a:p>
          <a:p>
            <a:r>
              <a:t>Conservar una asociación Wi-Fi no alcanza: hay que admitir la sesión, actualizar las tablas y reconstruir el retorno hacia A.</a:t>
            </a:r>
          </a:p>
          <a:p>
            <a:r>
              <a:t>La tabla mantiene un único gateway activo; la alternativa se selecciona con el protocolo de búsqueda existente.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git diff --name-status 8df7996 81aa146 -- components</a:t>
            </a:r>
          </a:p>
          <a:p>
            <a:r>
              <a:t>Comparación: 8df7996 → 81aa146.</a:t>
            </a:r>
          </a:p>
          <a:p>
            <a:r>
              <a:t>Nuevos: discovery_manager, neighbor_manager y peer_session; offer_policy y point_to_point separan reglas verificables.</a:t>
            </a:r>
          </a:p>
          <a:p>
            <a:r>
              <a:t>Modificados: node, station/device, client/server, callbacks, channel_manager y routing_hooks.</a:t>
            </a:r>
          </a:p>
          <a:p>
            <a:r>
              <a:t>Ruteo y coordinación: routing, sync, shared_state y ring_share.</a:t>
            </a:r>
          </a:p>
          <a:p>
            <a:r>
              <a:t>Soporte: node_ota/reset_manager, SPI/netif, configuración RSSI, telemetría y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components/integration/discovery_manager/; components/integration/node/node.c; components/wireless/station/station.c</a:t>
            </a:r>
          </a:p>
          <a:p>
            <a:r>
              <a:t>Comparación: 8df7996 → 81aa146.</a:t>
            </a:r>
          </a:p>
          <a:p>
            <a:r>
              <a:t>Problema: varias radios podían buscar a la vez y competir por la provisión o por el cambio AP/Station.</a:t>
            </a:r>
          </a:p>
          <a:p>
            <a:r>
              <a:t>El ESP central arbitra un único turno por SPI. Propietario, sesión y secuencia impiden que mensajes viejos liberen un turno nuevo.</a:t>
            </a:r>
          </a:p>
          <a:p>
            <a:r>
              <a:t>node_control concentra los cambios de modo; Station comprueba el permiso antes de escanear y antes de asociarse.</a:t>
            </a:r>
          </a:p>
          <a:p>
            <a:r>
              <a:t>Espera AP de 600–700 s; búsqueda hasta 60 s y reserva central de 90 s. Un intento fallido vuelve a AP y libera el turno.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components/integration/node/offer_policy.c; components/wireless/client/client.c; docs/redundant-link-discovery.md</a:t>
            </a:r>
          </a:p>
          <a:p>
            <a:r>
              <a:t>Comparación: 8df7996 → 81aa146.</a:t>
            </a:r>
          </a:p>
          <a:p>
            <a:r>
              <a:t>Problema: aceptar cualquier oferta podía reprovisionar un nodo ya configurado o admitir una relación incompatible.</a:t>
            </a:r>
          </a:p>
          <a:p>
            <a:r>
              <a:t>Se compara provided_network con el bloque lógico original: la oferta redundante debe tener base mayor y prefijo mayor.</a:t>
            </a:r>
          </a:p>
          <a:p>
            <a:r>
              <a:t>La regla usa la subred lógica ofrecida, no el /30 de DHCP ni la subred particular de la placa.</a:t>
            </a:r>
          </a:p>
          <a:p>
            <a:r>
              <a:t>El primer enlace tiene validación propia. Restaurar el uplink admite su asignación original; rechazar una oferta no renumera el nodo.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components/integration/neighbor_manager/; components/wireless/peer_session/; components/wireless/client/; components/wireless/server/</a:t>
            </a:r>
          </a:p>
          <a:p>
            <a:r>
              <a:t>Comparación: 8df7996 → 81aa146.</a:t>
            </a:r>
          </a:p>
          <a:p>
            <a:r>
              <a:t>Problema: A podía conectarse a B por más de una orientación, incluso mediante intentos recíprocos simultáneos.</a:t>
            </a:r>
          </a:p>
          <a:p>
            <a:r>
              <a:t>Un registro central por UUID identifica al nodo completo y permite un solo enlace por par de nodos.</a:t>
            </a:r>
          </a:p>
          <a:p>
            <a:r>
              <a:t>peer_session intercambia identidad y ejecuta reserva, compromiso y activación antes de entregar eventos al ruteo.</a:t>
            </a:r>
          </a:p>
          <a:p>
            <a:r>
              <a:t>Tokens, revisiones y vencimientos protegen sesiones nuevas frente a liberaciones antiguas. El framing TCP reconstruye mensajes fragmentados.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components/routing/routing/src/forwarder/peer.c; sibling.c; root.c; routing.c; docs/correccion-transporte-vacio-20261012.md</a:t>
            </a:r>
          </a:p>
          <a:p>
            <a:r>
              <a:t>Comparación: 8df7996 → 81aa146.</a:t>
            </a:r>
          </a:p>
          <a:p>
            <a:r>
              <a:t>Al perder una interfaz se retiran sus rutas y se invalida el gateway si dependía de ella; se conservan las subredes existentes.</a:t>
            </a:r>
          </a:p>
          <a:p>
            <a:r>
              <a:t>La elección compara DTR completo, evita entradas vacías como rutas por defecto y descarta pedidos que vuelven sobre sí mismos.</a:t>
            </a:r>
          </a:p>
          <a:p>
            <a:r>
              <a:t>Las solicitudes se reintentan cada 30 s; Root agenda respuesta a los 10 s sin postergarla por pedidos repetidos.</a:t>
            </a:r>
          </a:p>
          <a:p>
            <a:r>
              <a:t>También se inicia recuperación al perder un enlace no predeterminado en radios provisionadas con DTR &gt; 1: permite reconstruir el retorno que Root había retirado.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components/routing/sync/; components/routing/shared_state/; components/routing/routing/src/routing.c; docs/correcciones-coordinacion-v2.md</a:t>
            </a:r>
          </a:p>
          <a:p>
            <a:r>
              <a:t>Comparación: 8df7996 → 81aa146.</a:t>
            </a:r>
          </a:p>
          <a:p>
            <a:r>
              <a:t>Problema: perder una solicitud o un token podía dejar PEER_LOST en cola y conservar una salida ya inválida.</a:t>
            </a:r>
          </a:p>
          <a:p>
            <a:r>
              <a:t>SYNC v2 incorpora sesión y secuencia. El central reintenta la misma circulación; un periférico no repite un callback ya completado.</a:t>
            </a:r>
          </a:p>
          <a:p>
            <a:r>
              <a:t>Una cola pendiente solicita turno nuevamente. Los eventos concurrentes se separan en lotes protegidos por mutex.</a:t>
            </a:r>
          </a:p>
          <a:p>
            <a:r>
              <a:t>SHARED_STATE v2 identifica tablas por sesión, secuencia y propietario. Si publicar falla, retiene el trabajo pendiente y vuelve a publicar.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components/wireless/device/point_to_point.c; components/integration/routing_hooks/routing_hooks.c; docs/correccion-transporte-vacio-20261012.md</a:t>
            </a:r>
          </a:p>
          <a:p>
            <a:r>
              <a:t>Comparación: 8df7996 → 81aa146.</a:t>
            </a:r>
          </a:p>
          <a:p>
            <a:r>
              <a:t>Problema reproducido: una Station sin IP tenía máscara y subred cero; la comparación clasificaba cualquier destino como punto a punto.</a:t>
            </a:r>
          </a:p>
          <a:p>
            <a:r>
              <a:t>El hook elegía una Wi-Fi aún no disponible y descartaba tráfico que debía continuar por SPI.</a:t>
            </a:r>
          </a:p>
          <a:p>
            <a:r>
              <a:t>Ahora se exige máscara válida y Station con IP, sin cierre en curso. Los destinos ajenos al transporte siguen las reglas normales.</a:t>
            </a:r>
          </a:p>
          <a:p>
            <a:r>
              <a:t>Sin gateway se usa una interfaz de descarte con ERR_RTE: devolver NULL permitiría el fallback de lwIP hacia SPI.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components/wireless/{device,station,access_point,client,server}/; components/integration/{callbacks,channel_manager}/</a:t>
            </a:r>
          </a:p>
          <a:p>
            <a:r>
              <a:t>Comparación: 8df7996 → 81aa146.</a:t>
            </a:r>
          </a:p>
          <a:p>
            <a:r>
              <a:t>Station se cancela de forma cooperativa: detiene el escaneo y espera al worker para no eliminar tareas con mutex tomados.</a:t>
            </a:r>
          </a:p>
          <a:p>
            <a:r>
              <a:t>Se cierran tareas TCP y se retiran referencias de ruteo antes de destruir interfaces; se ignoran eventos tardíos durante el cierre.</a:t>
            </a:r>
          </a:p>
          <a:p>
            <a:r>
              <a:t>El servidor mantiene supervisión y reintenta fallos de socket/bind/listen/select cada 2 s, hasta una solicitud explícita de cierre.</a:t>
            </a:r>
          </a:p>
          <a:p>
            <a:r>
              <a:t>callbacks y channel_manager integran la sesión admitida con eventos y canales; una asociación provisional no debe incorporar rutas.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components/integration/node_ota/; components/routing/ring_share/; components/integration/reset_manager/; app/main/main.c</a:t>
            </a:r>
          </a:p>
          <a:p>
            <a:r>
              <a:t>Comparación: 8df7996 → 81aa146.</a:t>
            </a:r>
          </a:p>
          <a:p>
            <a:r>
              <a:t>Problema: nuevas búsquedas y tráfico durante mantenimiento pueden competir con OTA o arrancar con versiones incompatibles.</a:t>
            </a:r>
          </a:p>
          <a:p>
            <a:r>
              <a:t>La barrera de arranque espera las cinco aplicaciones listas y compatibles; app_main confirma el modo inicial cuando driver y worker están listos.</a:t>
            </a:r>
          </a:p>
          <a:p>
            <a:r>
              <a:t>Durante mantenimiento se bloquean nuevas admisiones y turnos. Los callbacks SPI encolan trabajo sin esperar transmisiones de respuesta.</a:t>
            </a:r>
          </a:p>
          <a:p>
            <a:r>
              <a:t>STARTUP, SYNC y SHARED_STATE v2 exigen actualización coordinada. No se cambia la tabla de particiones ni se requiere borrar NVS.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components/integration/{portal_settings,wifi_credentials,config_portal,antenna_orientation_mode,info_manager}/; docs/portal-rssi-integration.md</a:t>
            </a:r>
          </a:p>
          <a:p>
            <a:r>
              <a:t>Comparación: 8df7996 → 81aa146.</a:t>
            </a:r>
          </a:p>
          <a:p>
            <a:r>
              <a:t>portal_settings, wifi_credentials y config_portal permiten persistir configuración; Station aplica el umbral RSSI por interfaz.</a:t>
            </a:r>
          </a:p>
          <a:p>
            <a:r>
              <a:t>antenna_orientation_mode aporta modos especiales. El umbral ayuda a seleccionar candidatos, pero no garantiza eliminar lóbulos traseros.</a:t>
            </a:r>
          </a:p>
          <a:p>
            <a:r>
              <a:t>info_manager y los diagnósticos distinguen sesión admitida de asociación Wi-Fi e informan edad de las muestras.</a:t>
            </a:r>
          </a:p>
          <a:p>
            <a:r>
              <a:t>Estos cambios apoyan la configuración y la investigación; no sustituyen la admisión por UUID ni la elección de gateway.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components/internal/spi/; components/internal/ring_link_netif/; docs/manejo-buffers-spi-20261012.md; docs/gateway-route-recovery.md</a:t>
            </a:r>
          </a:p>
          <a:p>
            <a:r>
              <a:t>Comparación: 8df7996 → 81aa146.</a:t>
            </a:r>
          </a:p>
          <a:p>
            <a:r>
              <a:t>En recepción IP, el callback entrega el pbuf a lwIP o lo libera si se rechaza: evita retener memoria bajo saturación.</a:t>
            </a:r>
          </a:p>
          <a:p>
            <a:r>
              <a:t>SPI agrega diagnóstico CRC al recibir DMA y antes de procesar para distinguir corrupción inicial de cambios posteriores.</a:t>
            </a:r>
          </a:p>
          <a:p>
            <a:r>
              <a:t>CONFIG_SPI_RX_EXTRA_BUFFERS permite comparar pool base y reservas adicionales sin aumentar los ocho descriptores DMA.</a:t>
            </a:r>
          </a:p>
          <a:p>
            <a:r>
              <a:t>Es una variante experimental: extra 8 consume 12.800 bytes adicionales de buffers. No demuestra corrección de CRC ni estabilidad prolongada.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docs/correcciones-coordinacion-v2.md; docs/correccion-transporte-vacio-20261012.md; tests/run_native_recovery_objects.py</a:t>
            </a:r>
          </a:p>
          <a:p>
            <a:r>
              <a:t>Comparación: 8df7996 → 81aa146.</a:t>
            </a:r>
          </a:p>
          <a:p>
            <a:r>
              <a:t>Las notas registran pruebas nativas de arbitraje, admisión, ofertas, recuperación, coordinación y servidor, además de pruebas Python y builds ESP-IDF.</a:t>
            </a:r>
          </a:p>
          <a:p>
            <a:r>
              <a:t>Coordinación v2 documenta ejecución posterior en RPi de las pruebas antes bloqueadas por Windows.</a:t>
            </a:r>
          </a:p>
          <a:p>
            <a:r>
              <a:t>Los cortes físicos del 12/10 mostraron fallos de retorno: seleccionar Sur en la tabla local no acreditó recuperación extremo a extremo.</a:t>
            </a:r>
          </a:p>
          <a:p>
            <a:r>
              <a:t>La regresión de pérdida de enlace no predeterminado pasó tras corregir peer.c; esa nota deja pendiente instalar y validar varios cortes.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Referencias: docs/redundant-link-discovery.md; docs/three-node-soak.md</a:t>
            </a:r>
          </a:p>
          <a:p>
            <a:r>
              <a:t>Comparación: 8df7996 → 81aa146.</a:t>
            </a:r>
          </a:p>
          <a:p>
            <a:r>
              <a:t>Descubrir: una radio libre busca por turno, sin interrumpir enlaces admitidos.</a:t>
            </a:r>
          </a:p>
          <a:p>
            <a:r>
              <a:t>Admitir: UUID y oferta lógica evitan duplicados y conservan el direccionamiento.</a:t>
            </a:r>
          </a:p>
          <a:p>
            <a:r>
              <a:t>Converger: routing + sync + shared_state retiran rutas inválidas y propagan salida y retorno.</a:t>
            </a:r>
          </a:p>
          <a:p>
            <a:r>
              <a:t>Validación pendiente: cortes repetidos en ambos sentidos, IP constantes, tráfico local y WAN; ensayo prolongado con capturas de todas las placas posibles.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Enlaces redundantes en i4a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Qué módulos cambiaron y por qué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Comparación: CoNexDat/i4a_project 8df7996 → feat/redundant-link-discovery 81aa146.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Objetivo: descubrir un vecino alternativo y recuperar conectividad sin cambiar las IP del nodo ni de sus clientes.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Alcance: implementación integrada hasta el 12/10/2026. La instrumentación soak del 15/10 se distingue del cambio funcional.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docs/comnetar-integration.md; docs/three-node-soak.md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El problema que resuelve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Una segunda conexión necesita coordinación y rutas de ida y retorno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Un nodo contiene cinco ESP: central y cuatro radios periféricas, coordinados mediante el anillo SPI.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Topología buscada: Root–A, Root–B y un lateral A–B. Si cae Root–A, el recorrido esperado es A → B → Root.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Conservar una asociación Wi-Fi no alcanza: hay que admitir la sesión, actualizar las tablas y reconstruir el retorno hacia 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La tabla mantiene un único gateway activo; la alternativa se selecciona con el protocolo de búsqueda existente.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docs/redundant-link-discovery.md; docs/gateway-route-recovery.md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Mapa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Cambios funcionales y soporte necesario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Nuevos: discovery_manager, neighbor_manager y peer_session; offer_policy y point_to_point separan reglas verificables.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Modificados: node, station/device, client/server, callbacks, channel_manager y routing_hooks.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Ruteo y coordinación: routing, sync, shared_state y ring_share.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Soporte: node_ota/reset_manager, SPI/netif, configuración RSSI, telemetría y pruebas.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git diff --name-status 8df7996 81aa146 --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Descubrimiento: una radio por vez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Nuevo discovery_manager + cambios en node y station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Problema: varias radios podían buscar a la vez y competir por la provisión o por el cambio AP/Station.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El ESP central arbitra un único turno por SPI. Propietario, sesión y secuencia impiden que mensajes viejos liberen un turno nuevo.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node_control concentra los cambios de modo; Station comprueba el permiso antes de escanear y antes de asociarse.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Espera AP de 600–700 s; búsqueda hasta 60 s y reserva central de 90 s. Un intento fallido vuelve a AP y libera el turno.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components/integration/discovery_manager/; components/integration/node/node.c; components/wireless/station/station.c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Admisión: conservar el direccionamiento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Nueva offer_policy + validación previa al ruteo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Problema: aceptar cualquier oferta podía reprovisionar un nodo ya configurado o admitir una relación incompatible.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Se compara provided_network con el bloque lógico original: la oferta redundante debe tener base mayor y prefijo mayor.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La regla usa la subred lógica ofrecida, no el /30 de DHCP ni la subred particular de la placa.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El primer enlace tiene validación propia. Restaurar el uplink admite su asignación original; rechazar una oferta no renumera el nodo.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components/integration/node/offer_policy.c; components/wireless/client/client.c; docs/redundant-link-discovery.md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Evitar enlaces duplicados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Nuevo neighbor_manager + peer_session; cambios en client/server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Problema: A podía conectarse a B por más de una orientación, incluso mediante intentos recíprocos simultáneos.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Un registro central por UUID identifica al nodo completo y permite un solo enlace por par de nodos.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peer_session intercambia identidad y ejecuta reserva, compromiso y activación antes de entregar eventos al ruteo.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Tokens, revisiones y vencimientos protegen sesiones nuevas frente a liberaciones antiguas. El framing TCP reconstruye mensajes fragmentados.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components/integration/neighbor_manager/; components/wireless/peer_session/; components/wireless/client/; components/wireless/server/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Recuperar salida y retorno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Cambios en routing: peer, sibling, root y tabla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Al perder una interfaz se retiran sus rutas y se invalida el gateway si dependía de ella; se conservan las subredes existentes.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La elección compara DTR completo, evita entradas vacías como rutas por defecto y descarta pedidos que vuelven sobre sí mismos.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Las solicitudes se reintentan cada 30 s; Root agenda respuesta a los 10 s sin postergarla por pedidos repetidos.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También se inicia recuperación al perder un enlace no predeterminado en radios provisionadas con DTR &gt; 1: permite reconstruir el retorno que Root había retirado.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components/routing/routing/src/forwarder/peer.c; sibling.c; root.c; routing.c; docs/correccion-transporte-vacio-20261012.md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Que el evento de pérdida se procese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Cambios en sync, shared_state y colas de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Problema: perder una solicitud o un token podía dejar PEER_LOST en cola y conservar una salida ya inválida.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SYNC v2 incorpora sesión y secuencia. El central reintenta la misma circulación; un periférico no repite un callback ya completado.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Una cola pendiente solicita turno nuevamente. Los eventos concurrentes se separan en lotes protegidos por mutex.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SHARED_STATE v2 identifica tablas por sesión, secuencia y propietario. Si publicar falla, retiene el trabajo pendiente y vuelve a publicar.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components/routing/sync/; components/routing/shared_state/; components/routing/routing/src/routing.c; docs/correcciones-coordinacion-v2.md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Evitar desvíos durante el escaneo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Cambios en routing_hooks y device/point_to_point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Problema reproducido: una Station sin IP tenía máscara y subred cero; la comparación clasificaba cualquier destino como punto a punto.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El hook elegía una Wi-Fi aún no disponible y descartaba tráfico que debía continuar por SPI.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Ahora se exige máscara válida y Station con IP, sin cierre en curso. Los destinos ajenos al transporte siguen las reglas normales.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Sin gateway se usa una interfaz de descarte con ERR_RTE: devolver NULL permitiría el fallback de lwIP hacia SPI.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components/wireless/device/point_to_point.c; components/integration/routing_hooks/routing_hooks.c; docs/correccion-transporte-vacio-20261012.md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Cambiar de modo sin dejar recursos vivos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Cambios en Wi-Fi, TCP y eventos de integración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Station se cancela de forma cooperativa: detiene el escaneo y espera al worker para no eliminar tareas con mutex tomados.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Se cierran tareas TCP y se retiran referencias de ruteo antes de destruir interfaces; se ignoran eventos tardíos durante el cierre.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El servidor mantiene supervisión y reintenta fallos de socket/bind/listen/select cada 2 s, hasta una solicitud explícita de cierre.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callbacks y channel_manager integran la sesión admitida con eventos y canales; una asociación provisional no debe incorporar rutas.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components/wireless/{device,station,access_point,client,server}/; components/integration/{callbacks,channel_manager}/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Coordinar con arranque y 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Cambios en app_main, node_ota, ring_share y reset_manager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Problema: nuevas búsquedas y tráfico durante mantenimiento pueden competir con OTA o arrancar con versiones incompatibles.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La barrera de arranque espera las cinco aplicaciones listas y compatibles; app_main confirma el modo inicial cuando driver y worker están listos.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Durante mantenimiento se bloquean nuevas admisiones y turnos. Los callbacks SPI encolan trabajo sin esperar transmisiones de respuesta.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STARTUP, SYNC y SHARED_STATE v2 exigen actualización coordinada. No se cambia la tabla de particiones ni se requiere borrar NVS.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components/integration/node_ota/; components/routing/ring_share/; components/integration/reset_manager/; app/main/main.c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Soporte de radio y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Configuración RSSI y observabilidad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portal_settings, wifi_credentials y config_portal permiten persistir configuración; Station aplica el umbral RSSI por interfaz.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antenna_orientation_mode aporta modos especiales. El umbral ayuda a seleccionar candidatos, pero no garantiza eliminar lóbulos traseros.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info_manager y los diagnósticos distinguen sesión admitida de asociación Wi-Fi e informan edad de las muestras.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Estos cambios apoyan la configuración y la investigación; no sustituyen la admisión por UUID ni la elección de gateway.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components/integration/{portal_settings,wifi_credentials,config_portal,antenna_orientation_mode,info_manager}/; docs/portal-rssi-integration.md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Estabilidad del transporte bajo carga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Cambios complementarios en SPI y ring_link_netif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En recepción IP, el callback entrega el pbuf a lwIP o lo libera si se rechaza: evita retener memoria bajo saturación.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SPI agrega diagnóstico CRC al recibir DMA y antes de procesar para distinguir corrupción inicial de cambios posteriores.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CONFIG_SPI_RX_EXTRA_BUFFERS permite comparar pool base y reservas adicionales sin aumentar los ocho descriptores DMA.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Es una variante experimental: extra 8 consume 12.800 bytes adicionales de buffers. No demuestra corrección de CRC ni estabilidad prolongada.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components/internal/spi/; components/internal/ring_link_netif/; docs/manejo-buffers-spi-20261012.md; docs/gateway-route-recovery.md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Qué evidencia existe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Separar regresiones de software y resultado físico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Las notas registran pruebas nativas de arbitraje, admisión, ofertas, recuperación, coordinación y servidor, además de pruebas Python y builds ESP-IDF.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Coordinación v2 documenta ejecución posterior en RPi de las pruebas antes bloqueadas por Windows.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Los cortes físicos del 12/10 mostraron fallos de retorno: seleccionar Sur en la tabla local no acreditó recuperación extremo a extremo.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La regresión de pérdida de enlace no predeterminado pasó tras corregir peer.c; esa nota deja pendiente instalar y validar varios cortes.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docs/correcciones-coordinacion-v2.md; docs/correccion-transporte-vacio-20261012.md; tests/run_native_recovery_objects.py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1D5C5"/>
                </a:solidFill>
              </a:defRPr>
            </a:pPr>
            <a:r>
              <a:t>I4A  /  ARQUITECTURA Y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Resultado y siguiente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8DDCD4"/>
                </a:solidFill>
              </a:defRPr>
            </a:pPr>
            <a:r>
              <a:t>La redundancia requiere descubrimiento, admisión y convergencia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Descubrir: una radio libre busca por turno, sin interrumpir enlaces admitidos.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181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44952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Admitir: UUID y oferta lógica evitan duplicados y conservan el direccionamiento.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9502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77056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Converger: routing + sync + shared_state retiran rutas inválidas y propagan salida y retorno.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1D5C5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0378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4EBF5"/>
                </a:solidFill>
              </a:defRPr>
            </a:pPr>
            <a:r>
              <a:t>Validación pendiente: cortes repetidos en ambos sentidos, IP constantes, tráfico local y WAN; ensayo prolongado con capturas de todas las placas posibles.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080760"/>
            <a:ext cx="10789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BAEC7"/>
                </a:solidFill>
              </a:defRPr>
            </a:pPr>
            <a:r>
              <a:t>Fuentes: docs/redundant-link-discovery.md; docs/three-node-soak.md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1D5C5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